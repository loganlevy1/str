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Financing Layer Built for STR Insights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Kenny Bedwell, by Logan Reese Levy, Loan Officer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hands on every file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STR Insights.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YOU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Kenny Bedwell built the data layer underneath STR investing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former Citibank financial-research analyst, Kenny co-hosts the STRonomics podcast with Bill Faeth and built STR Insights, a data and underwriting tool investors use to pick markets and size deals before they ever write an offer. He's based in the Buffalo/Niagara Falls, NY area and speaks at events like the STR Wealth Conference.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NY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base: Buffalo/Niagara Falls, New York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938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39970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Ex-Citibank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39970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in financial research &amp; analytics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27797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3829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Data-first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83829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 Insights helps investors underwrite deals before they buy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tool already answers 'should I buy this deal?' — we answer 'how do I pay for it?'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 Insights users are doing the underwriting work before anyone else in the market — which means they know the exact numbers on a deal before they ever call a lender. That's the perfect moment to hand them a real DSCR quote instead of a guess.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 Insights helps investors size a deal's numbers — but stops short of what the actual financing looks like.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tools are becoming the new front door for serious investors — the next step is pairing the data with real loan terms, not just projections.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Nobody's wired real financing numbers into STR market-selection data yet.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audience actually qualifies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buyers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ready to plug real numbers into your underwriting data.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New York lender, for a New York-based tool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by the NY Department of Financial Services as a Mortgage Banker, License LMBC109800, under Corporate NMLS #65328.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Reese Levy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#2502088, personally licensed in New York, plus AZ, CA, FL, MN, NC, NJ, PA, SC, TN, and VT.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in Buffalo. We're licensed right there with you — not a national call center guessing at your market.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DATA INTEGRATION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 numbers, not projections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DSCR-estimate calculator built into STR Insights' underwriting flow, using live Cliffco loan terms.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73498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CO-MARKETING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 commitment to start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shows up where your community already is — inside STR Insights or on STRonomics.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32597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EVENT PARTNER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32597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front of your room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432597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Co-present at the STR Wealth Conference or guest on STRonomics.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data gets sharper. Your users get a real answer.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9057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05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users get a real loan quote instead of a generic assumption in their underwriting model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3240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32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4495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genuinely different product — no other data tool in this space has a live financing integration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8678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17423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74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98678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upside with no added workload on your team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1606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160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2861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nobody's wired real DSCR terms into STR underwriting data yet</a:t>
            </a:r>
            <a:endParaRPr lang="en-US" sz="14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how STR Insights users currently get from “good deal” to “funded deal”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the integration — what a DSCR estimate inside your tool would actually look like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beta integration for a subset of users, or a joint session at STR Wealth Conference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put real financing numbers behind STR Insights' data.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Kenny.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Reese Levy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84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97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Logan Reese Levy, NMLS #2502088, licensed in AZ, CA, FL, MN, NC, NJ, NY, PA, SC, TN, VT. Not a commitment to lend; all loans subject to credit and underwriting approval.</a:t>
            </a:r>
            <a:endParaRPr lang="en-US" sz="950" dirty="0"/>
          </a:p>
        </p:txBody>
      </p:sp>
      <p:pic>
        <p:nvPicPr>
          <p:cNvPr id="9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2026-10-15T18:10:28Z</dcterms:created>
  <dcterms:modified xsi:type="dcterms:W3CDTF">2026-10-15T18:10:28Z</dcterms:modified>
</cp:coreProperties>
</file>