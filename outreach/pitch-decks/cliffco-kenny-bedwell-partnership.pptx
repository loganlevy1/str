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Financing Layer Built for STR Insights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Kenny Bedwell,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80+ loan officers nationwide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STR Insights.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PROSPECT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Kenny Bedwell built the data layer underneath STR investing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former Citibank financial-research analyst, Kenny co-hosts the STRonomics podcast with Bill Faeth and built STR Insights, a data and underwriting tool investors use to pick markets and size deals before they ever write an offer. He's based in the Buffalo/Niagara Falls, NY area and speaks at events like the STR Wealth Conference.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NY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base: Buffalo/Niagara Falls, New York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39970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Ex-Citibank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639970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in financial research &amp; analytics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27797" y="3337560"/>
            <a:ext cx="3423818" cy="2011680"/>
          </a:xfrm>
          <a:prstGeom prst="roundRect">
            <a:avLst>
              <a:gd name="adj" fmla="val 5455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83829" y="3557016"/>
            <a:ext cx="291175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Data-first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83829" y="4206240"/>
            <a:ext cx="291175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helps investors underwrite deals before they buy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tool already answers 'should I buy this deal?' — we answer 'how do I pay for it?'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users are doing the underwriting work before anyone else in the market — which means they know the exact numbers on a deal before they ever call a lender. That's the perfect moment to hand them a real DSCR quote instead of a guess.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 Insights helps investors size a deal's numbers — but stops short of what the actual financing looks like.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3154680"/>
            <a:ext cx="5272888" cy="1691640"/>
          </a:xfrm>
          <a:prstGeom prst="roundRect">
            <a:avLst>
              <a:gd name="adj" fmla="val 648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9476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tools are becoming the new front door for serious investors — the next step is pairing the data with real loan terms, not just projections.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20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wired real financing numbers into STR market-selection data yet.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audience actually qualifies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buyers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ready to plug real numbers into your underwriting data.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York lender, for a New York-based tool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by the NY Department of Financial Services as a Mortgage Banker, License LMBC109800, under Corporate NMLS #65328.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New York, plus AZ, CA, FL, MN, NC, NJ, PA, SC, TN, and VT.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in Buffalo. We're licensed right there with you — not a national call center guessing at your market.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DATA INTEGRATION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numbers, not projections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DSCR-estimate calculator built into STR Insights' underwriting flow, using live Cliffco loan terms.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AFFILIATE / REFERRAL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Lowest-friction start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payout per closed loan referred from STR Insights users — no exclusivity, no upfront cost.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EVENT PARTNER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Co-present at the STR Wealth Conference or guest on STRonomics.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data gets sharper. Your users get a real answer.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9057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05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users get a real loan quote instead of a generic assumption in their underwriting model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4495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3240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32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4495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genuinely different product — no other data tool in this space has a live financing integration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8678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7423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174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98678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or integration revenue with no added workload on your team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1606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160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2861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nobody's wired real DSCR terms into STR underwriting data yet</a:t>
            </a:r>
            <a:endParaRPr lang="en-US" sz="14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STR Insights users currently get from “good deal” to “funded deal”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the integration — what a DSCR estimate inside your tool would actually look like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beta integration for a subset of users, or a joint session at STR Wealth Conference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real financing numbers behind STR Insights' data.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STR Insights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Kenny.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Logan Reese Levy, NMLS #2502088, licensed in AZ, CA, FL, MN, NC,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2026-10-15T17:47:26Z</dcterms:created>
  <dcterms:modified xsi:type="dcterms:W3CDTF">2026-10-15T17:47:26Z</dcterms:modified>
</cp:coreProperties>
</file>