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377440" cy="620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51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PARTNERSHIP PROPOSAL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63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Lending Partner Built for Cash Homes Triad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92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Max Maxwell, by Logan Reese Levy, Loan Officer at Cliffco Mortgage Bankers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 ·  NMLS #65328  ·  Equal Housing Lender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WE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years getting families home — especially the ones other banks turned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vision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the lender every family — and every investor — wishes they'd called first.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get people home and get deals closed. We grow their net worth — and self-worth — along the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mortgage bank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8698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68698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in 35 states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7317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7317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hands on every file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WE'VE DONE THIS BEFORE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already do this successfully with educators and creators just like you.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$100M+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30632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loan volume in the last 9 months, with borrowers from every kind of background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real estate investing educators and their communities nationwide — financing their students with investment property, second home, and DSCR loans across every kind of borrower background. That track record is why we're reaching out directly to you.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That's exactly what we want to build with Cash Homes Triad.</a:t>
            </a:r>
            <a:endParaRPr lang="en-US" sz="2000" dirty="0"/>
          </a:p>
        </p:txBody>
      </p:sp>
      <p:pic>
        <p:nvPicPr>
          <p:cNvPr id="8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YOU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 Maxwell built Cash Homes Triad from the ground up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self-taught wholesaler based in Winston-Salem, NC, Max turned Cash Homes Triad into a multi-million-dollar business and has trained thousands of investors across the Carolinas and beyond — through his “Wholesaling Houses Elite” podcast and his “Wholesaling Elite Live” events.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3423818" cy="2103120"/>
          </a:xfrm>
          <a:prstGeom prst="roundRect">
            <a:avLst>
              <a:gd name="adj" fmla="val 5217"/>
            </a:avLst>
          </a:prstGeom>
          <a:solidFill>
            <a:srgbClr val="F0EE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34290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NC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1480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base: Winston-Salem, active across the Winston-Salem/Charlotte corridor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3938" y="3200400"/>
            <a:ext cx="3423818" cy="2103120"/>
          </a:xfrm>
          <a:prstGeom prst="roundRect">
            <a:avLst>
              <a:gd name="adj" fmla="val 5217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58258" y="34290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1,000s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4658258" y="411480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 trained through his coaching, podcast, and events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27797" y="3200400"/>
            <a:ext cx="3423818" cy="2103120"/>
          </a:xfrm>
          <a:prstGeom prst="roundRect">
            <a:avLst>
              <a:gd name="adj" fmla="val 5217"/>
            </a:avLst>
          </a:prstGeom>
          <a:solidFill>
            <a:srgbClr val="F0EE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02117" y="34290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450+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411480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 who attended Wholesaling Elite Live in Charlotte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students' next step is exactly what we finance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Wholesaling is the entry point — but a growing share of the investors you train move from assigning contracts to keeping deals for themselves: rental property, second homes, growing portfolios. That's the moment they need a lender who already understands the deal.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5272888" cy="1737360"/>
          </a:xfrm>
          <a:prstGeom prst="roundRect">
            <a:avLst>
              <a:gd name="adj" fmla="val 6316"/>
            </a:avLst>
          </a:prstGeom>
          <a:solidFill>
            <a:srgbClr val="F0EEF1"/>
          </a:solidFill>
          <a:ln w="12700">
            <a:solidFill>
              <a:srgbClr val="E3E0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29184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70332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named financing partner is tied to Cash Homes Triad or Wholesaling Houses Elite.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78728" y="3063240"/>
            <a:ext cx="5272888" cy="1737360"/>
          </a:xfrm>
          <a:prstGeom prst="roundRect">
            <a:avLst>
              <a:gd name="adj" fmla="val 6316"/>
            </a:avLst>
          </a:prstGeom>
          <a:solidFill>
            <a:srgbClr val="6633C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29184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the market's headed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370332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0E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Figure Flipping already promotes “built-in funding partners” as a core program benefit — audiences increasingly expect it.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0749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Nobody's claimed that seat in the Carolinas wholesaling space yet.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3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BRING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financing built for how your students actually qualify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Property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 refinance rental property, from a first door to a growing portfolio.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36544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7712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DSCR Loans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 off the property's cash flow, not personal income or tax returns.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4176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 Home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students diversifying into second-home and vacation-market purchases.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29471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0639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Every Background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230639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for self-employed, 1099, foreign-national, and credit-rebuilding borrowers — not just W-2 employees.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lender, a full product shelf — built to qualify investors from every kind of financial background.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8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 &amp; LICENSED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 a fly-in sponsor — a lender who can actually close in North Carolina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Cliffco, Inc.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by the NC Commissioner of Banks, License L-211081, under Corporate NMLS #65328.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Logan Reese Levy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NMLS #2502088, personally licensed in North Carolina, plus AZ, CA, FL, MN, NJ, NY, PA, SC, TN, and VT.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4348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loan we'd close for your students runs through a licensed North Carolina lender and a loan officer who is personally licensed in your state — not a national call center.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2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WAYS TO PARTNER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small. Scale if it works.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CO-MARKETING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 commitment to start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shows up where your community already is — content, placements, or a dedicated resource for your audience.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99178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73498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EDUCATIONAL CONTENT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73498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together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73498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Co-create a financing lesson or segment inside Wholesaling Houses Elite or your events.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58277" y="201168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32597" y="2267712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EVENT &amp; CONTENT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32597" y="2761488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front of your room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432597" y="3291840"/>
            <a:ext cx="28446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 Wholesaling Elite Live, guest on the podcast, or co-host a financing webinar for your audience.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CLIFFCO FITS IN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steps from your classroom to a closed loan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112368" y="2148840"/>
            <a:ext cx="2148840" cy="1828800"/>
          </a:xfrm>
          <a:prstGeom prst="roundRect">
            <a:avLst>
              <a:gd name="adj" fmla="val 5000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13536" y="235000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13536" y="292608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learns to wholesale with Max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79496" y="2935224"/>
            <a:ext cx="420624" cy="256032"/>
          </a:xfrm>
          <a:prstGeom prst="rightArrow">
            <a:avLst/>
          </a:prstGeom>
          <a:solidFill>
            <a:srgbClr val="6633CC"/>
          </a:solidFill>
          <a:ln/>
        </p:spPr>
      </p:sp>
      <p:sp>
        <p:nvSpPr>
          <p:cNvPr id="8" name="Shape 6"/>
          <p:cNvSpPr/>
          <p:nvPr/>
        </p:nvSpPr>
        <p:spPr>
          <a:xfrm>
            <a:off x="3718408" y="2148840"/>
            <a:ext cx="2148840" cy="1828800"/>
          </a:xfrm>
          <a:prstGeom prst="roundRect">
            <a:avLst>
              <a:gd name="adj" fmla="val 5000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19576" y="235000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919576" y="292608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decides to keep a deal instead of wholesaling 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85536" y="2935224"/>
            <a:ext cx="420624" cy="256032"/>
          </a:xfrm>
          <a:prstGeom prst="rightArrow">
            <a:avLst/>
          </a:prstGeom>
          <a:solidFill>
            <a:srgbClr val="6633CC"/>
          </a:solidFill>
          <a:ln/>
        </p:spPr>
      </p:sp>
      <p:sp>
        <p:nvSpPr>
          <p:cNvPr id="12" name="Shape 10"/>
          <p:cNvSpPr/>
          <p:nvPr/>
        </p:nvSpPr>
        <p:spPr>
          <a:xfrm>
            <a:off x="6324448" y="2148840"/>
            <a:ext cx="2148840" cy="1828800"/>
          </a:xfrm>
          <a:prstGeom prst="roundRect">
            <a:avLst>
              <a:gd name="adj" fmla="val 5000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25616" y="235000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25616" y="292608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comes to Cliffco for financing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491576" y="2935224"/>
            <a:ext cx="420624" cy="256032"/>
          </a:xfrm>
          <a:prstGeom prst="rightArrow">
            <a:avLst/>
          </a:prstGeom>
          <a:solidFill>
            <a:srgbClr val="6633CC"/>
          </a:solidFill>
          <a:ln/>
        </p:spPr>
      </p:sp>
      <p:sp>
        <p:nvSpPr>
          <p:cNvPr id="16" name="Shape 14"/>
          <p:cNvSpPr/>
          <p:nvPr/>
        </p:nvSpPr>
        <p:spPr>
          <a:xfrm>
            <a:off x="8930488" y="2148840"/>
            <a:ext cx="2148840" cy="1828800"/>
          </a:xfrm>
          <a:prstGeom prst="roundRect">
            <a:avLst>
              <a:gd name="adj" fmla="val 5000"/>
            </a:avLst>
          </a:prstGeom>
          <a:solidFill>
            <a:srgbClr val="6633C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31656" y="235000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131656" y="292608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closes the loan, with Max's team kept in the loop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walk through exactly how a partnership could work on our call — nothing to commit to here.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21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IN IT FOR YOU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stay the trusted voice. We do the underwriting.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6292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3362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48840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financing answer for students who get stuck once an assignment falls through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90672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278124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090672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or sponsorship revenue with no added workload on your team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032504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219956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2199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4032504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handles compliance, underwriting, and closing — you stay the face your students trust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974336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161788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1617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974336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positioning — no lender has claimed this seat in Carolinas wholesaling education yet</a:t>
            </a:r>
            <a:endParaRPr lang="en-US" sz="1500" dirty="0"/>
          </a:p>
        </p:txBody>
      </p:sp>
      <p:pic>
        <p:nvPicPr>
          <p:cNvPr id="20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steps to a pilot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05740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20-minute intro call — walk through how your students take down deals today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10896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10896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the partnership — we'll walk through compensation and structure together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416052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it — a guest episode on Wholesaling Houses Elite, or sponsorship at the next Wholesaling Elite Live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3492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put that same track record to work — for Cash Homes Triad.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103120" cy="5492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talk, Max.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Logan Reese Levy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5844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#2502088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502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[Logan's direct phone]  ·  [Logan's direct email]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159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HQ: (516) 408-7300 · 70 Charles Lindbergh Blvd, Suite 200, Uniondale, NY 11553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978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is not affiliated with or acting on behalf of the FHA or any government entity. Equal Housing Lender. Corporate NMLS #65328 (nmlsconsumeraccess.org). NC Commissioner of Banks License L-211081. Logan Reese Levy, NMLS #2502088, licensed in NC, AZ, CA, FL, MN, NJ, NY, PA, SC, TN, VT. Not a commitment to lend; all loans subject to credit and underwriting approval.</a:t>
            </a:r>
            <a:endParaRPr lang="en-US" sz="950" dirty="0"/>
          </a:p>
        </p:txBody>
      </p:sp>
      <p:pic>
        <p:nvPicPr>
          <p:cNvPr id="9" name="Image 1" descr="/home/user/STR/brand/logos/EH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5943600"/>
            <a:ext cx="502920" cy="4803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2026-10-15T18:10:28Z</dcterms:created>
  <dcterms:modified xsi:type="dcterms:W3CDTF">2026-10-15T18:10:28Z</dcterms:modified>
</cp:coreProperties>
</file>