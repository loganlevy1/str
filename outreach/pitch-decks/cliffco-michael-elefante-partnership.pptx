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377440" cy="620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51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 PROPOSAL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Lending Partner Built for BNB Investor Academy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Michael Elefante, by Logan Levy and Mario Argenzio, Loan Officers at Cliffco Mortgage Bankers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 ·  NMLS #65328  ·  Equal Housing Lender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WE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years getting families home — especially the ones other banks turned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vision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the lender every family — and every investor — wishes they'd called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get people home and get deals closed. We grow their net worth — and self-worth — along the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mortgage bank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8698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8698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in 35 states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7317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7317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hands on every file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WE'VE DONE THIS BEFORE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already do this successfully with educators and creators just like you.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$100M+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063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loan volume in the last 9 months, with borrowers from every kind of background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real estate investing educators and their communities nationwide — financing their students with investment property, second home, and DSCR loans across every kind of borrower background. That track record is why we're reaching out directly to you.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That's exactly what we want to build with BNB Investor Academy.</a:t>
            </a:r>
            <a:endParaRPr lang="en-US" sz="2000" dirty="0"/>
          </a:p>
        </p:txBody>
      </p:sp>
      <p:pic>
        <p:nvPicPr>
          <p:cNvPr id="8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YOU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Michael Elefante turned one Airbnb into a 7-figure business — then built a classroom around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and his wife Jill built a seven-figure short-term rental business in three years — nine properties and a claimed $1.5M in 2024 bookings. He wrote the book on it (“Investing in Short-Term Rentals: The Fast Path to Financial Freedom”) and turned the playbook into BNB Investor Academy, a mentorship that walks students through acquisition, design, and setup.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 in the Elefantes' own STR portfolio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938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39970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$1.5M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39970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Claimed 2024 booking revenue across their portfolio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27797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3829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$10-12K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383829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BNB Investor Academy mentorship price point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students are mid-acquisition exactly when they need us most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BNB Investor Academy teaches acquisition, design, and setup end to end — which means every cohort has students actively shopping for, financing, and closing on STR properties in real time. No named financing partner shows up anywhere in the academy's public materials.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0EEF1"/>
          </a:solidFill>
          <a:ln w="12700">
            <a:solidFill>
              <a:srgbClr val="E3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named lender is built into BNB Investor Academy's curriculum or community.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6633C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market's headed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0E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like 7 Figure Flipping already bake a financing partner into the pitch — audiences increasingly expect it.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20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Nobody's claimed that seat inside BNB Investor Academy yet.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3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BRING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financing built for how your audience actually qualifies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Property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 refinance rental property, from a first door to a growing portfolio.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36544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7712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DSCR Loans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off the property's cash flow, not personal income or tax returns.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4176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Home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buyers diversifying into second-home and vacation-market purchases.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29471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0639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Every Background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30639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for self-employed, 1099, foreign-national, and credit-rebuilding borrowers — not just W-2 employees.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lender, a full product shelf — built for exactly the kind of purchase your academy teaches.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8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&amp; LICENSED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Nationwide reach, not a one-city sponsor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Cliffco, Inc.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as a mortgage banker in 35 states, closing investor loans coast to coast with real, licensed loan officers on every file.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Logan Levy &amp; Mario Argenzio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NMLS #2502088 (Logan) and #1869384 (Mario) — personally licensed across 17 states between them: AZ, CA, CO, CT, FL, GA, IA, MN, NC, NJ, NY, OK, PA, SC, TN, VA, and VT.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Wherever your students are buying, there's a real, licensed loan officer on the other end of the call — not a call center.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2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WAYS TO PARTNER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small. Scale if it works.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OFFICE HOURS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a proven rhythm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Twice a week, a Cliffco loan officer sits in on live office hours with an educator partner's members, answering financing questions in real time — we'd bring that same cadence to BNB Investor Academy.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36544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65144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CO-MARKETING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 commitment to start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65144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shows up where your academy already is — content, placements, or a dedicated resource for your students.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61608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CONTENT PARTNER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financing module, co-built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Co-create the financing lesson inside the academy curriculum, or guest on your podcast circuit.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29471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58071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EVENT SPONSORSHIP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258071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front of your room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58071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 a mentorship cohort session or live event.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21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IN IT FOR YOU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stay the trusted voice. We do the underwriting.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90572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905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03120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financing answer the moment a student is ready to make an offer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232404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32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044952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upside with no added workload on your team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86784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174236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1742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986784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handles compliance, underwriting, and closing — you stay the face your students trust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116068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1160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28616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positioning — no lender has claimed this seat inside your academy yet</a:t>
            </a:r>
            <a:endParaRPr lang="en-US" sz="1400" dirty="0"/>
          </a:p>
        </p:txBody>
      </p:sp>
      <p:pic>
        <p:nvPicPr>
          <p:cNvPr id="20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steps to a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5740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20-minute intro call — walk through how your students finance their first STR today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1089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0896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the partnership — we'll walk through compensation and structure together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16052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it — a financing segment inside the next cohort, or a guest slot on your podcast circuit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3492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put that same track record to work — inside BNB Investor Academy.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103120" cy="5492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talk, Michael.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Levy</a:t>
            </a:r>
            <a:endParaRPr lang="en-US" sz="19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566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#2502088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[Logan's direct phone]  ·  [Logan's direct email]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Mario Argenzio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566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#1869384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[Mario's direct phone]  ·  [Mario's direct email]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389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HQ: (516) 408-7300 · 70 Charles Lindbergh Blvd, Suite 200, Uniondale, NY 11553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8521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is not affiliated with or acting on behalf of the FHA or any government entity. Equal Housing Lender. Corporate NMLS #65328 (nmlsconsumeraccess.org). Logan Levy, NMLS #2502088, licensed in AZ, CA, FL, MN, NC, NJ, NY, PA, SC, TN, VT. Mario Argenzio, NMLS #1869384, licensed in AZ, CA, CO, CT, FL, GA, IA, MN, NC, NJ, NY, OK, PA, SC, TN, VA. Not a commitment to lend; all loans subject to credit and underwriting approval.</a:t>
            </a:r>
            <a:endParaRPr lang="en-US" sz="850" dirty="0"/>
          </a:p>
        </p:txBody>
      </p:sp>
      <p:pic>
        <p:nvPicPr>
          <p:cNvPr id="12" name="Image 1" descr="/home/user/STR/brand/logos/EH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5943600"/>
            <a:ext cx="502920" cy="4803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2026-10-15T18:19:18Z</dcterms:created>
  <dcterms:modified xsi:type="dcterms:W3CDTF">2026-10-15T18:19:18Z</dcterms:modified>
</cp:coreProperties>
</file>