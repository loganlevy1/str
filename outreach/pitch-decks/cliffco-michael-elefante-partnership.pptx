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BNB Investor Academy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Michael Elefante,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BNB Investor Academy.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Michael Elefante turned one Airbnb into a 7-figure business — then built a classroom around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and his wife Jill built a seven-figure short-term rental business in three years — nine properties and a claimed $1.5M in 2024 bookings. He wrote the book on it (“Investing in Short-Term Rentals: The Fast Path to Financial Freedom”) and turned the playbook into BNB Investor Academy, a mentorship that walks students through acquisition, design, and setup.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in the Elefantes' own STR portfolio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$1.5M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2024 booking revenue across their portfolio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$10-12K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mentorship price point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 are mid-acquisition exactly when they need us most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BNB Investor Academy teaches acquisition, design, and setup end to end — which means every cohort has students actively shopping for, financing, and closing on STR properties in real time. No named financing partner shows up anywhere in the academy's public materials.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lender is built into BNB Investor Academy's curriculum or community.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like 7 Figure Flipping already bake a financing partner into the pitch — audiences increasingly expect it.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inside BNB Investor Academy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for exactly the kind of purchase your academy teaches.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Nationwide reach, not a one-city sponsor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as a mortgage banker in 35 states, closing investor loans coast to coast with real, licensed loan officers on every file.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11 states — AZ, CA, FL, MN, NC, NJ, NY,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Wherever your students are buying, there's a real, licensed loan officer on the other end of the call — not a call center.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CO-MARKETING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academy already is — content, placements, or a dedicated resource for your students.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CONTENT PARTNER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module, co-built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the financing lesson inside the academy curriculum, or guest on your podcast circuit.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EVENT SPONSORSHIP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a mentorship cohort session or live event.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the moment a student is ready to make an offer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upside with no added workload on your team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inside your academy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finance their first STR today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we'll walk through compensation and structure together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financing segment inside the next cohort, or a guest slot on your podcast circuit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inside BNB Investor Academy.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BNB Investor Academy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Michael.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2026-10-15T18:10:28Z</dcterms:created>
  <dcterms:modified xsi:type="dcterms:W3CDTF">2026-10-15T18:10:28Z</dcterms:modified>
</cp:coreProperties>
</file>