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R/brand/logos/full/Full 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377440" cy="620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51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PARTNERSHIP PROPOSAL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63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Lending Partner Built for BNB Investor Academy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Michael Elefante, by Logan Reese Levy, Loan Officer at Cliffco Mortgage Bankers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Cliffco, Inc.  ·  NMLS #65328  ·  Equal Housing Lender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 years getting families home — especially the ones other banks turned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72888" cy="1554480"/>
          </a:xfrm>
          <a:prstGeom prst="roundRect">
            <a:avLst>
              <a:gd name="adj" fmla="val 7059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vision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the lender every family — and every investor — wishes they'd called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331720"/>
            <a:ext cx="5272888" cy="1554480"/>
          </a:xfrm>
          <a:prstGeom prst="roundRect">
            <a:avLst>
              <a:gd name="adj" fmla="val 7059"/>
            </a:avLst>
          </a:prstGeom>
          <a:solidFill>
            <a:srgbClr val="F0EE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mission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9718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get people home and get deals closed. We grow their net worth — and self-worth — along the way.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mortgage bank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8698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8698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in 35 states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7317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7317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loan officers nationwide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BNB Investor Academy</a:t>
            </a:r>
            <a:endParaRPr lang="en-US" sz="1100" dirty="0"/>
          </a:p>
        </p:txBody>
      </p:sp>
      <p:pic>
        <p:nvPicPr>
          <p:cNvPr id="17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WE'VE DONE THIS BEFORE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already do this successfully with educators and creators just like you.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$100M+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loan volume in the last 9 months, with borrowers from every kind of background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with real estate investing educators and their communities nationwide — financing their students with investment property, second home, and DSCR loans across every kind of borrower background. That track record is why we're reaching out directly to you.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exactly what we want to build with BNB Investor Academy.</a:t>
            </a:r>
            <a:endParaRPr lang="en-US" sz="2000" dirty="0"/>
          </a:p>
        </p:txBody>
      </p:sp>
      <p:pic>
        <p:nvPicPr>
          <p:cNvPr id="8" name="Image 0" descr="/home/user/STR/brand/logos/icon/Icon 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PROSPECT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Michael Elefante turned one Airbnb into a 7-figure business — then built a classroom around it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and his wife Jill built a seven-figure short-term rental business in three years — nine properties and a claimed $1.5M in 2024 bookings. He wrote the book on it (“Investing in Short-Term Rentals: The Fast Path to Financial Freedom”) and turned the playbook into BNB Investor Academy, a mentorship that walks students through acquisition, design, and setup.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in the Elefantes' own STR portfolio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3938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39970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$1.5M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639970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2024 booking revenue across their portfolio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7797" y="3337560"/>
            <a:ext cx="3423818" cy="2011680"/>
          </a:xfrm>
          <a:prstGeom prst="roundRect">
            <a:avLst>
              <a:gd name="adj" fmla="val 5455"/>
            </a:avLst>
          </a:prstGeom>
          <a:solidFill>
            <a:srgbClr val="F0EE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3557016"/>
            <a:ext cx="29117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$10-12K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83829" y="4206240"/>
            <a:ext cx="29117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Investor Academy mentorship price point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BNB Investor Academy</a:t>
            </a:r>
            <a:endParaRPr lang="en-US" sz="1100" dirty="0"/>
          </a:p>
        </p:txBody>
      </p:sp>
      <p:pic>
        <p:nvPicPr>
          <p:cNvPr id="15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students are mid-acquisition exactly when they need us most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Investor Academy teaches acquisition, design, and setup end to end — which means every cohort has students actively shopping for, financing, and closing on STR properties in real time. No named financing partner shows up anywhere in the academy's public materials.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F0EEF1"/>
          </a:solidFill>
          <a:ln w="12700">
            <a:solidFill>
              <a:srgbClr val="E3E0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9476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named lender is built into BNB Investor Academy's curriculum or community.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3154680"/>
            <a:ext cx="5272888" cy="1691640"/>
          </a:xfrm>
          <a:prstGeom prst="roundRect">
            <a:avLst>
              <a:gd name="adj" fmla="val 6486"/>
            </a:avLst>
          </a:prstGeom>
          <a:solidFill>
            <a:srgbClr val="6633C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market's headed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379476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like 7 Figure Flipping already bake a financing partner into the pitch — audiences increasingly expect it.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206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Nobody's claimed that seat inside BNB Investor Academy yet.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BNB Investor Academy</a:t>
            </a:r>
            <a:endParaRPr lang="en-US" sz="1100" dirty="0"/>
          </a:p>
        </p:txBody>
      </p:sp>
      <p:pic>
        <p:nvPicPr>
          <p:cNvPr id="13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BRING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financing built for how your audience actually qualifies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Property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 refinance rental property, from a first door to a growing portfolio.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36544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7712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DSCR Loans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637712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off the property's cash flow, not personal income or tax returns.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4176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Home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buyers diversifying into second-home and vacation-market purchases.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29471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0639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Every Background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230639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for self-employed, 1099, foreign-national, and credit-rebuilding borrowers — not just W-2 employees.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lender, a full product shelf — built for exactly the kind of purchase your academy teaches.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BNB Investor Academy</a:t>
            </a:r>
            <a:endParaRPr lang="en-US" sz="1100" dirty="0"/>
          </a:p>
        </p:txBody>
      </p:sp>
      <p:pic>
        <p:nvPicPr>
          <p:cNvPr id="18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&amp; LICENSED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Nationwide reach, not a one-city sponsor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72888" cy="1828800"/>
          </a:xfrm>
          <a:prstGeom prst="roundRect">
            <a:avLst>
              <a:gd name="adj" fmla="val 6000"/>
            </a:avLst>
          </a:prstGeom>
          <a:solidFill>
            <a:srgbClr val="BDE8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Cliffco, Inc.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as a mortgage banker in 35 states, with an 80+ loan officer team closing investor loans coast to coast.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2331720"/>
            <a:ext cx="5272888" cy="1828800"/>
          </a:xfrm>
          <a:prstGeom prst="roundRect">
            <a:avLst>
              <a:gd name="adj" fmla="val 6000"/>
            </a:avLst>
          </a:prstGeom>
          <a:solidFill>
            <a:srgbClr val="BDE8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Logan Reese Levy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97180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NMLS #2502088, personally licensed in 11 states — AZ, CA, FL, MN, NC, NJ, NY, PA, SC, TN, and VT.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Wherever your students are buying, there's a real, licensed loan officer on the other end of the call — not a call center.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BNB Investor Academy</a:t>
            </a:r>
            <a:endParaRPr lang="en-US" sz="1100" dirty="0"/>
          </a:p>
        </p:txBody>
      </p:sp>
      <p:pic>
        <p:nvPicPr>
          <p:cNvPr id="12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WAYS TO PARTNER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small. Scale if it works.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PREFERRED LENDER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inside the academy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named as BNB Investor Academy's recommended financing partner for the acquisition module.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73498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AFFILIATE / REFERRAL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Lowest-friction start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payout per closed loan referred from your mentorship cohorts — no exclusivity, no upfront cost.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8277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32597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CONTENT PARTNER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32597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financing module, co-built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Co-create the financing lesson inside the academy curriculum, or guest on your podcast circuit.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BNB Investor Academy</a:t>
            </a:r>
            <a:endParaRPr lang="en-US" sz="1100" dirty="0"/>
          </a:p>
        </p:txBody>
      </p:sp>
      <p:pic>
        <p:nvPicPr>
          <p:cNvPr id="17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IN IT FOR YOU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stay the trusted voice. We do the underwriting.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90572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905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financing answer the moment a student is ready to make an offer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232404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32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044952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revenue with no added workload on your team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74236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1742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86784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handles compliance, underwriting, and closing — you stay the face your students trust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116068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1160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928616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positioning — no lender has claimed this seat inside your academy yet</a:t>
            </a:r>
            <a:endParaRPr lang="en-US" sz="1400" dirty="0"/>
          </a:p>
        </p:txBody>
      </p:sp>
      <p:pic>
        <p:nvPicPr>
          <p:cNvPr id="20" name="Image 0" descr="/home/user/STR/brand/logos/icon/Icon 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steps to a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05740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20-minute intro call — walk through how your students finance their first STR today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10896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the partnership — preferred-lender placement, affiliate terms, or a co-built curriculum module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6052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16052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it — a financing segment inside the next cohort, or a guest slot on your podcast circuit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492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put that same track record to work — inside BNB Investor Academy.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BNB Investor Academy</a:t>
            </a:r>
            <a:endParaRPr lang="en-US" sz="1100" dirty="0"/>
          </a:p>
        </p:txBody>
      </p:sp>
      <p:pic>
        <p:nvPicPr>
          <p:cNvPr id="15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R/brand/logos/full/Full 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103120" cy="5492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talk, Michael.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Logan Reese Levy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84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Officer · Cliffco Mortgage Bankers · NMLS #2502088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50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[Logan's direct phone]  ·  [Logan's direct email]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HQ: (516) 408-7300 · 70 Charles Lindbergh Blvd, Suite 200, Uniondale, NY 11553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978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Cliffco, Inc. is not affiliated with or acting on behalf of the FHA or any government entity. Equal Housing Lender. Corporate NMLS #65328 (nmlsconsumeraccess.org). Logan Reese Levy, NMLS #2502088, licensed in AZ, CA, FL, MN, NC, NJ, NY, PA, SC, TN, VT. Not a commitment to lend; all loans subject to credit and underwriting approval.</a:t>
            </a:r>
            <a:endParaRPr lang="en-US" sz="950" dirty="0"/>
          </a:p>
        </p:txBody>
      </p:sp>
      <p:pic>
        <p:nvPicPr>
          <p:cNvPr id="9" name="Image 1" descr="/home/user/STR/brand/logos/EH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5943600"/>
            <a:ext cx="502920" cy="480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2026-10-15T17:47:26Z</dcterms:created>
  <dcterms:modified xsi:type="dcterms:W3CDTF">2026-10-15T17:47:26Z</dcterms:modified>
</cp:coreProperties>
</file>